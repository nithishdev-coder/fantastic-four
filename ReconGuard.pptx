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9144000" cy="5143500" type="screen16x9"/>
  <p:notesSz cx="5143500" cy="9144000"/>
  <p:embeddedFontLst>
    <p:embeddedFont>
      <p:font typeface="Noto Sans" panose="020B0502040504020204" pitchFamily="34" charset="0"/>
      <p:regular r:id="rId8"/>
    </p:embeddedFont>
    <p:embeddedFont>
      <p:font typeface="Noto Sans Bold" panose="020B0604020202020204" charset="0"/>
      <p:regular r:id="rId9"/>
    </p:embeddedFont>
    <p:embeddedFont>
      <p:font typeface="Sora Medium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9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10" Type="http://schemas.openxmlformats.org/officeDocument/2006/relationships/image" Target="../media/image3.pn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187" y="45771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ReconGuard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96119" y="1342139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Team Name:</a:t>
            </a: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Fantastic Four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Team Members: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8" y="2072208"/>
            <a:ext cx="8151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Nithish P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Pandiyan 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Lokeshnarayanan 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Mahakavi 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13170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SKP Engineering College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DB03D-AA18-7FDD-EC2C-041CF3589E62}"/>
              </a:ext>
            </a:extLst>
          </p:cNvPr>
          <p:cNvSpPr txBox="1"/>
          <p:nvPr/>
        </p:nvSpPr>
        <p:spPr>
          <a:xfrm>
            <a:off x="431268" y="3465450"/>
            <a:ext cx="783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Problem Statement</a:t>
            </a:r>
            <a:r>
              <a:rPr lang="en-IN" dirty="0">
                <a:solidFill>
                  <a:schemeClr val="bg1"/>
                </a:solidFill>
              </a:rPr>
              <a:t>: </a:t>
            </a:r>
            <a:r>
              <a:rPr lang="en-IN" sz="1000" dirty="0">
                <a:solidFill>
                  <a:schemeClr val="bg1"/>
                </a:solidFill>
                <a:latin typeface="Noto Sans Bold" panose="020B0604020202020204" charset="0"/>
                <a:ea typeface="Noto Sans Bold" panose="020B0604020202020204" charset="0"/>
                <a:cs typeface="Noto Sans Bold" panose="020B0604020202020204" charset="0"/>
              </a:rPr>
              <a:t>Build a tool that automates external recon (subdomains, open ports, tech stack, exposed panels) against a target you own/are authorized on</a:t>
            </a:r>
            <a:r>
              <a:rPr lang="en-IN" dirty="0">
                <a:solidFill>
                  <a:schemeClr val="bg1"/>
                </a:solidFill>
                <a:latin typeface="Noto Sans Bold" panose="020B0604020202020204" charset="0"/>
                <a:ea typeface="Noto Sans Bold" panose="020B0604020202020204" charset="0"/>
                <a:cs typeface="Noto Sans Bold" panose="020B0604020202020204" charset="0"/>
              </a:rPr>
              <a:t>.</a:t>
            </a:r>
          </a:p>
        </p:txBody>
      </p:sp>
      <p:pic>
        <p:nvPicPr>
          <p:cNvPr id="9" name="Picture 8" descr="The image is a completely black canvas.&#10;&#10;AI-generated content may be incorrect.">
            <a:extLst>
              <a:ext uri="{FF2B5EF4-FFF2-40B4-BE49-F238E27FC236}">
                <a16:creationId xmlns:a16="http://schemas.microsoft.com/office/drawing/2014/main" id="{185630C3-13E8-2C34-5B6C-C960FF176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171" y="4664304"/>
            <a:ext cx="1069911" cy="4791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is a completely black canvas.&#10;&#10;AI-generated content may be incorrect.">
            <a:extLst>
              <a:ext uri="{FF2B5EF4-FFF2-40B4-BE49-F238E27FC236}">
                <a16:creationId xmlns:a16="http://schemas.microsoft.com/office/drawing/2014/main" id="{4ADBDFF5-DDFE-470F-7629-B823BC01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171" y="4664304"/>
            <a:ext cx="1069911" cy="479196"/>
          </a:xfrm>
          <a:prstGeom prst="rect">
            <a:avLst/>
          </a:prstGeom>
        </p:spPr>
      </p:pic>
      <p:pic>
        <p:nvPicPr>
          <p:cNvPr id="7" name="Picture 6" descr="The diagram illustrates a multi-layered security assessment process, starting with user entry and ending with a final security report, including steps such as scope validation, authorization checks, and various technical checks.&#10;&#10;AI-generated content may be incorrect.">
            <a:extLst>
              <a:ext uri="{FF2B5EF4-FFF2-40B4-BE49-F238E27FC236}">
                <a16:creationId xmlns:a16="http://schemas.microsoft.com/office/drawing/2014/main" id="{9E2937C2-0806-B353-2DF3-4E584C330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333" y="757552"/>
            <a:ext cx="5506872" cy="4146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23B45F-E17D-CFF7-CDC0-2C0027129B02}"/>
              </a:ext>
            </a:extLst>
          </p:cNvPr>
          <p:cNvSpPr txBox="1"/>
          <p:nvPr/>
        </p:nvSpPr>
        <p:spPr>
          <a:xfrm>
            <a:off x="3234838" y="111221"/>
            <a:ext cx="2674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 Display" panose="020B0004020202020204" pitchFamily="34" charset="0"/>
              </a:rPr>
              <a:t>Architecture</a:t>
            </a:r>
            <a:r>
              <a:rPr lang="en-IN" dirty="0">
                <a:solidFill>
                  <a:srgbClr val="0070C0"/>
                </a:solidFill>
                <a:latin typeface="Aptos Display" panose="020B00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8895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02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Abstract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65809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065809"/>
            <a:ext cx="20675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Automated Reconnaissance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593777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project is an automated external reconnaissance tool designed for authorized domains.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65809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2065809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Asset Discovery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03972" y="2372320"/>
            <a:ext cx="206759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tool discovers subdomains, scans open ports, identifies the technology stack, detects exposed admin panels, and generates a risk-ranked security report.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065809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2065809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Ethical Practices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80287" y="2372320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follows ethical cybersecurity practices by enforcing scope validation and respecting rate limits.</a:t>
            </a:r>
            <a:endParaRPr lang="en-US" sz="1100" dirty="0"/>
          </a:p>
        </p:txBody>
      </p:sp>
      <p:pic>
        <p:nvPicPr>
          <p:cNvPr id="13" name="Picture 12" descr="The image is a completely black canvas.&#10;&#10;AI-generated content may be incorrect.">
            <a:extLst>
              <a:ext uri="{FF2B5EF4-FFF2-40B4-BE49-F238E27FC236}">
                <a16:creationId xmlns:a16="http://schemas.microsoft.com/office/drawing/2014/main" id="{08086C53-4986-E714-5A65-2CFCF0CE4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171" y="4664304"/>
            <a:ext cx="1069911" cy="4791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69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Purpose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33438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433438"/>
            <a:ext cx="20675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Automate external reconnaissance.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433438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03972" y="1433438"/>
            <a:ext cx="206759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Reduce manual security assessment effort.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433438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80287" y="1433438"/>
            <a:ext cx="20675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Discover publicly exposed assets.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81324"/>
            <a:ext cx="354360" cy="3543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27658" y="2381324"/>
            <a:ext cx="206759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Identify technologies used by the target website.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2381324"/>
            <a:ext cx="354360" cy="3543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803972" y="2381324"/>
            <a:ext cx="20675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Detect accessible admin panels.</a:t>
            </a:r>
            <a:endParaRPr lang="en-US" sz="13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7" y="2381324"/>
            <a:ext cx="354360" cy="35436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580287" y="2381324"/>
            <a:ext cx="206759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Generate a risk-prioritized security report.</a:t>
            </a:r>
            <a:endParaRPr lang="en-US" sz="13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329211"/>
            <a:ext cx="354360" cy="35436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27658" y="3329211"/>
            <a:ext cx="2067595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Ensure ethical scanning through authorized scope validation and rate limiting.</a:t>
            </a:r>
            <a:endParaRPr lang="en-US" sz="1350" dirty="0"/>
          </a:p>
        </p:txBody>
      </p:sp>
      <p:pic>
        <p:nvPicPr>
          <p:cNvPr id="18" name="Picture 17" descr="The image is a completely black canvas.&#10;&#10;AI-generated content may be incorrect.">
            <a:extLst>
              <a:ext uri="{FF2B5EF4-FFF2-40B4-BE49-F238E27FC236}">
                <a16:creationId xmlns:a16="http://schemas.microsoft.com/office/drawing/2014/main" id="{CC0BD338-7048-273E-C628-15FBE2257F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5171" y="4664304"/>
            <a:ext cx="1069911" cy="4791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266057"/>
            <a:ext cx="47227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Thank You !</a:t>
            </a:r>
            <a:endParaRPr lang="en-US" sz="3850" dirty="0"/>
          </a:p>
        </p:txBody>
      </p:sp>
      <p:pic>
        <p:nvPicPr>
          <p:cNvPr id="5" name="Picture 4" descr="The image is a completely black canvas.&#10;&#10;AI-generated content may be incorrect.">
            <a:extLst>
              <a:ext uri="{FF2B5EF4-FFF2-40B4-BE49-F238E27FC236}">
                <a16:creationId xmlns:a16="http://schemas.microsoft.com/office/drawing/2014/main" id="{5C99C818-6548-E1B8-8440-1E662A681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171" y="4664304"/>
            <a:ext cx="1069911" cy="4791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166</Words>
  <Application>Microsoft Office PowerPoint</Application>
  <PresentationFormat>On-screen Show (16:9)</PresentationFormat>
  <Paragraphs>30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Noto Sans</vt:lpstr>
      <vt:lpstr>Arial</vt:lpstr>
      <vt:lpstr>Noto Sans Bold</vt:lpstr>
      <vt:lpstr>Sora Medium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VISHNU PC</cp:lastModifiedBy>
  <cp:revision>2</cp:revision>
  <dcterms:created xsi:type="dcterms:W3CDTF">2026-07-31T11:51:49Z</dcterms:created>
  <dcterms:modified xsi:type="dcterms:W3CDTF">2026-07-31T12:07:55Z</dcterms:modified>
</cp:coreProperties>
</file>